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Poppins SemiBold" panose="000007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641150" y="380998"/>
            <a:ext cx="9925200" cy="1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Problem Statement: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 dirty="0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NUST Entry Delays</a:t>
            </a:r>
            <a:endParaRPr dirty="0"/>
          </a:p>
        </p:txBody>
      </p:sp>
      <p:sp>
        <p:nvSpPr>
          <p:cNvPr id="136" name="Google Shape;136;p13"/>
          <p:cNvSpPr txBox="1"/>
          <p:nvPr/>
        </p:nvSpPr>
        <p:spPr>
          <a:xfrm>
            <a:off x="641150" y="1833146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Challenge: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Daily bottlenecks at NUST main gates due to manual security checks.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6978625" y="507228"/>
            <a:ext cx="188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Impact:</a:t>
            </a:r>
            <a:endParaRPr dirty="0"/>
          </a:p>
        </p:txBody>
      </p:sp>
      <p:sp>
        <p:nvSpPr>
          <p:cNvPr id="138" name="Google Shape;138;p13"/>
          <p:cNvSpPr txBox="1"/>
          <p:nvPr/>
        </p:nvSpPr>
        <p:spPr>
          <a:xfrm>
            <a:off x="1028700" y="4156620"/>
            <a:ext cx="114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6973825" y="641830"/>
            <a:ext cx="3838500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647700" lvl="0" indent="-32385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Average wait times exceeding 2 minutes.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6477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Long queues causing congestion.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6477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Significant loss of time for students and faculty.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64770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Lato"/>
              <a:buChar char="●"/>
            </a:pPr>
            <a:r>
              <a:rPr lang="en-US" sz="1500" dirty="0">
                <a:solidFill>
                  <a:srgbClr val="334155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Inefficient use of security personnel.</a:t>
            </a:r>
            <a:endParaRPr sz="1500" dirty="0">
              <a:solidFill>
                <a:srgbClr val="334155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40" name="Google Shape;140;p13" title="nust gate.jpg"/>
          <p:cNvPicPr preferRelativeResize="0"/>
          <p:nvPr/>
        </p:nvPicPr>
        <p:blipFill rotWithShape="1">
          <a:blip r:embed="rId4">
            <a:alphaModFix/>
          </a:blip>
          <a:srcRect t="33702" b="11709"/>
          <a:stretch/>
        </p:blipFill>
        <p:spPr>
          <a:xfrm rot="-1">
            <a:off x="0" y="3243132"/>
            <a:ext cx="12192001" cy="380469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9375"/>
            <a:ext cx="5286375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19375"/>
            <a:ext cx="5286375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962025" y="3009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Core Concept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62025" y="35528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 intelligent application integrating barcode scanning with real-time facial recognition technology to automate the identity verification process at campus entry points.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6724650" y="3009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E67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Objectives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6724650" y="35528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eliminate manual checking errors, significantly reduce queue wait times, and strictly enforce NUST's student ID carriage policy through a seamless, automated workflow.</a:t>
            </a:r>
            <a:endParaRPr/>
          </a:p>
        </p:txBody>
      </p:sp>
      <p:pic>
        <p:nvPicPr>
          <p:cNvPr id="152" name="Google Shape;15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0670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0670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Solution: Automated Entry System</a:t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571500" y="27860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follows a linear, secure validation pipeline: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990600" y="34242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143000" y="34242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Student presents ID Card.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990600" y="37290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43000" y="37290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System reads the unique Barcode.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990600" y="40338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143000" y="40338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Query: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Validates Barcode against Student DB.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990600" y="43386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143000" y="43386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Triggers Camera for Facial Recognition.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990600" y="464343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1143000" y="46434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Matches Face with ID photo. Gate Opens.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5" title="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025" y="366675"/>
            <a:ext cx="3973342" cy="61246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315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4315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43150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50987" y="2638425"/>
            <a:ext cx="7334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1256614" y="3539222"/>
            <a:ext cx="21221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Facial Recognition</a:t>
            </a:r>
            <a:endParaRPr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866775" y="4229100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 already existing models to recognize faces at very high speeds flawlessly</a:t>
            </a:r>
            <a:endParaRPr dirty="0"/>
          </a:p>
        </p:txBody>
      </p:sp>
      <p:pic>
        <p:nvPicPr>
          <p:cNvPr id="186" name="Google Shape;18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81662" y="2638425"/>
            <a:ext cx="8286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5505926" y="3686175"/>
            <a:ext cx="118014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OpenCV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4645074" y="42291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Advanced image processing library used for real-time facial recognition.</a:t>
            </a:r>
            <a:endParaRPr/>
          </a:p>
        </p:txBody>
      </p:sp>
      <p:pic>
        <p:nvPicPr>
          <p:cNvPr id="189" name="Google Shape;18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83774" y="2638425"/>
            <a:ext cx="7810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9394239" y="3686175"/>
            <a:ext cx="9601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Pyzbar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8423374" y="422910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Specialized Python library for accurate and fast barcode decoding.</a:t>
            </a:r>
            <a:endParaRPr/>
          </a:p>
        </p:txBody>
      </p:sp>
      <p:pic>
        <p:nvPicPr>
          <p:cNvPr id="192" name="Google Shape;19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41487" y="2867025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72162" y="2867025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74274" y="28670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Technologies Used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89541" y="2838450"/>
            <a:ext cx="243066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/>
          <p:nvPr/>
        </p:nvSpPr>
        <p:spPr>
          <a:xfrm>
            <a:off x="1501075" y="3219375"/>
            <a:ext cx="9032400" cy="7140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610745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1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666750" y="4238625"/>
            <a:ext cx="22401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Barcode Scanning via Camera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3483426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2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3539430" y="4238625"/>
            <a:ext cx="22401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Database Validation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356106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3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412110" y="4238625"/>
            <a:ext cx="22401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Facial Recognition Match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9228787" y="3695700"/>
            <a:ext cx="235216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4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9284791" y="4238625"/>
            <a:ext cx="22401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Access Granted / Denied</a:t>
            </a:r>
            <a:endParaRPr/>
          </a:p>
        </p:txBody>
      </p:sp>
      <p:pic>
        <p:nvPicPr>
          <p:cNvPr id="215" name="Google Shape;21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8242" y="31051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9498" y="31051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9316" y="31051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76284" y="31051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Step-by-Step Workflow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01080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373760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46441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19121" y="2933700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/>
          <p:nvPr/>
        </p:nvSpPr>
        <p:spPr>
          <a:xfrm>
            <a:off x="1333500" y="2581275"/>
            <a:ext cx="4619625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2000250" y="2819400"/>
            <a:ext cx="3714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Efficient Queue Management: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Drastically reduces wait times during peak hours (morning/afternoon).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333500" y="2581275"/>
            <a:ext cx="38100" cy="13906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6238875" y="2581275"/>
            <a:ext cx="4619625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905625" y="2819400"/>
            <a:ext cx="3714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Two-Factor Verification: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Combines physical card possession (Barcode) with biological verification (Face).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6238875" y="2581275"/>
            <a:ext cx="38100" cy="13906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1333500" y="4257675"/>
            <a:ext cx="46196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2000250" y="4495800"/>
            <a:ext cx="3714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Full Automation: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Removes human error and fatigue from the security checking process.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1333500" y="4257675"/>
            <a:ext cx="38100" cy="10858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6238875" y="4257675"/>
            <a:ext cx="46196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6905625" y="4495800"/>
            <a:ext cx="3714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Policy Compliance: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Enforces the mandatory carriage of student ID cards for entry.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6238875" y="4257675"/>
            <a:ext cx="38100" cy="10858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9725" y="2838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5100" y="2838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09725" y="45148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5100" y="451485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Features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484186" y="44577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Speed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571500" y="5000625"/>
            <a:ext cx="3492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Faster entry throughput for students.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4262485" y="44577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4349799" y="5000625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Prevents unauthorized access &amp; impersonation.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8040785" y="4457700"/>
            <a:ext cx="36671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Experience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8128099" y="5000625"/>
            <a:ext cx="34925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Smooth, hassle-free campus entry.</a:t>
            </a:r>
            <a:endParaRPr/>
          </a:p>
        </p:txBody>
      </p:sp>
      <p:pic>
        <p:nvPicPr>
          <p:cNvPr id="262" name="Google Shape;262;p19"/>
          <p:cNvPicPr preferRelativeResize="0"/>
          <p:nvPr/>
        </p:nvPicPr>
        <p:blipFill>
          <a:blip r:embed="rId7">
            <a:alphaModFix/>
          </a:blip>
          <a:srcRect/>
          <a:stretch/>
        </p:blipFill>
        <p:spPr>
          <a:xfrm>
            <a:off x="1276313" y="2182554"/>
            <a:ext cx="2082921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49799" y="2171700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9"/>
          <p:cNvPicPr preferRelativeResize="0"/>
          <p:nvPr/>
        </p:nvPicPr>
        <p:blipFill>
          <a:blip r:embed="rId9">
            <a:alphaModFix/>
          </a:blip>
          <a:srcRect/>
          <a:stretch/>
        </p:blipFill>
        <p:spPr>
          <a:xfrm>
            <a:off x="8347813" y="2171700"/>
            <a:ext cx="305312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Benefits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2087016"/>
            <a:ext cx="7620000" cy="268396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2695575" y="2468016"/>
            <a:ext cx="6800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Live System Demo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2857500" y="3515766"/>
            <a:ext cx="6477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Watch as we demonstrate the seamless integration of barcode scanning and facial recognition in real-time.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1775"/>
            <a:ext cx="5286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71775"/>
            <a:ext cx="52863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962025" y="31623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Hurdles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62025" y="37052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Optimizing OpenCV for varying lighting conditions to ensure high accuracy in facial recognition. Handling real-time video processing without lag.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724650" y="31623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Performance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724650" y="37052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Ensuring the database queries for student IDs and image retrieval happen instantly to maintain the "fast entry" promise under high load.</a:t>
            </a:r>
            <a:endParaRPr/>
          </a:p>
        </p:txBody>
      </p:sp>
      <p:pic>
        <p:nvPicPr>
          <p:cNvPr id="285" name="Google Shape;28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2194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2194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Challenges in Development</a:t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955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6334125" y="2447925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GUI: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Make a Graphic User Interface that displays the data to the guards sitting.</a:t>
            </a:r>
            <a:endParaRPr dirty="0"/>
          </a:p>
        </p:txBody>
      </p:sp>
      <p:sp>
        <p:nvSpPr>
          <p:cNvPr id="297" name="Google Shape;297;p22"/>
          <p:cNvSpPr txBox="1"/>
          <p:nvPr/>
        </p:nvSpPr>
        <p:spPr>
          <a:xfrm>
            <a:off x="6334125" y="32480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Campus Integration: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Linking the entry system with library access and automated attendance tracking.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6334125" y="40481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Mobile App: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Allowing digital ID entry via a secure student mobile application.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Future Enhancements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571500" y="5715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/>
        </p:nvSpPr>
        <p:spPr>
          <a:xfrm>
            <a:off x="762000" y="762000"/>
            <a:ext cx="50006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</a:t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571500" y="762000"/>
            <a:ext cx="57150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3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5657850" y="0"/>
            <a:ext cx="653415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09" name="Google Shape;309;p23"/>
          <p:cNvSpPr txBox="1"/>
          <p:nvPr/>
        </p:nvSpPr>
        <p:spPr>
          <a:xfrm>
            <a:off x="571500" y="28908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Student Entry System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effectively solves the critical problem of entry delays at NUST.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571500" y="36433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leveraging Python and Computer Vision, we have created a solution that is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secure, efficient, and scalable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571500" y="4586287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Ready for implementation to modernize campus security.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3220640" y="2138362"/>
            <a:ext cx="5750718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3357562" y="3757612"/>
            <a:ext cx="5476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E69733293BD4C89CD15C8461DEE40" ma:contentTypeVersion="10" ma:contentTypeDescription="Create a new document." ma:contentTypeScope="" ma:versionID="b4de34aa1d5ed5a988699ffc01072196">
  <xsd:schema xmlns:xsd="http://www.w3.org/2001/XMLSchema" xmlns:xs="http://www.w3.org/2001/XMLSchema" xmlns:p="http://schemas.microsoft.com/office/2006/metadata/properties" xmlns:ns3="5af38bd5-a3ea-456e-816e-3a4218db007a" targetNamespace="http://schemas.microsoft.com/office/2006/metadata/properties" ma:root="true" ma:fieldsID="9fb42108b902cbd76097a708d15a0607" ns3:_="">
    <xsd:import namespace="5af38bd5-a3ea-456e-816e-3a4218db007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f38bd5-a3ea-456e-816e-3a4218db007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af38bd5-a3ea-456e-816e-3a4218db007a" xsi:nil="true"/>
  </documentManagement>
</p:properties>
</file>

<file path=customXml/itemProps1.xml><?xml version="1.0" encoding="utf-8"?>
<ds:datastoreItem xmlns:ds="http://schemas.openxmlformats.org/officeDocument/2006/customXml" ds:itemID="{422C314A-9CA1-4B8F-A601-08B872EE11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f38bd5-a3ea-456e-816e-3a4218db00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629E8A-FF0E-424D-90B6-B0638DBA11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0172DF-4A47-4660-A4B7-7ACBEA04A72E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5af38bd5-a3ea-456e-816e-3a4218db007a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495</Words>
  <Application>Microsoft Office PowerPoint</Application>
  <PresentationFormat>Widescreen</PresentationFormat>
  <Paragraphs>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Montserrat</vt:lpstr>
      <vt:lpstr>Poppins</vt:lpstr>
      <vt:lpstr>Poppins SemiBold</vt:lpstr>
      <vt:lpstr>Calibri</vt:lpstr>
      <vt:lpstr>Lato</vt:lpstr>
      <vt:lpstr>Arial</vt:lpstr>
      <vt:lpstr>Focus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Asaif  Imran</cp:lastModifiedBy>
  <cp:revision>7</cp:revision>
  <dcterms:modified xsi:type="dcterms:W3CDTF">2025-12-17T04:53:08Z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0x0101009C5E69733293BD4C89CD15C8461DEE40</vt:lpwstr>
  </property>
</Properties>
</file>